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>
        <p:scale>
          <a:sx n="100" d="100"/>
          <a:sy n="100" d="100"/>
        </p:scale>
        <p:origin x="70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082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0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915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674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919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945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178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8982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890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73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586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6E3B2-0D3C-42E4-8175-2C36CAEEA655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86347-19C6-40B5-BE88-F2CBF7A2C3D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974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5829893" y="356469"/>
            <a:ext cx="4513943" cy="23519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/>
          <p:cNvSpPr/>
          <p:nvPr/>
        </p:nvSpPr>
        <p:spPr>
          <a:xfrm>
            <a:off x="595086" y="347663"/>
            <a:ext cx="4513943" cy="23519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Elipse 5"/>
          <p:cNvSpPr/>
          <p:nvPr/>
        </p:nvSpPr>
        <p:spPr>
          <a:xfrm>
            <a:off x="1277254" y="863260"/>
            <a:ext cx="1393372" cy="1320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Elipse 6"/>
          <p:cNvSpPr/>
          <p:nvPr/>
        </p:nvSpPr>
        <p:spPr>
          <a:xfrm>
            <a:off x="6801140" y="863260"/>
            <a:ext cx="1393372" cy="13031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2353129" y="872066"/>
            <a:ext cx="1393372" cy="130318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Elipse 9"/>
          <p:cNvSpPr/>
          <p:nvPr/>
        </p:nvSpPr>
        <p:spPr>
          <a:xfrm>
            <a:off x="7777229" y="880873"/>
            <a:ext cx="1393372" cy="130318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/>
          <p:cNvSpPr txBox="1"/>
          <p:nvPr/>
        </p:nvSpPr>
        <p:spPr>
          <a:xfrm>
            <a:off x="1427239" y="1145521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R1</a:t>
            </a:r>
            <a:endParaRPr lang="es-MX" dirty="0"/>
          </a:p>
        </p:txBody>
      </p:sp>
      <p:sp>
        <p:nvSpPr>
          <p:cNvPr id="13" name="CuadroTexto 12"/>
          <p:cNvSpPr txBox="1"/>
          <p:nvPr/>
        </p:nvSpPr>
        <p:spPr>
          <a:xfrm>
            <a:off x="3029852" y="1117324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R2</a:t>
            </a:r>
            <a:endParaRPr lang="es-MX" dirty="0"/>
          </a:p>
        </p:txBody>
      </p:sp>
      <p:sp>
        <p:nvSpPr>
          <p:cNvPr id="14" name="CuadroTexto 13"/>
          <p:cNvSpPr txBox="1"/>
          <p:nvPr/>
        </p:nvSpPr>
        <p:spPr>
          <a:xfrm>
            <a:off x="2308988" y="1330187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R3</a:t>
            </a:r>
            <a:endParaRPr lang="es-MX" dirty="0"/>
          </a:p>
        </p:txBody>
      </p:sp>
      <p:sp>
        <p:nvSpPr>
          <p:cNvPr id="15" name="CuadroTexto 14"/>
          <p:cNvSpPr txBox="1"/>
          <p:nvPr/>
        </p:nvSpPr>
        <p:spPr>
          <a:xfrm>
            <a:off x="4148661" y="2252091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R4</a:t>
            </a:r>
            <a:endParaRPr lang="es-MX" dirty="0"/>
          </a:p>
        </p:txBody>
      </p:sp>
      <p:sp>
        <p:nvSpPr>
          <p:cNvPr id="16" name="CuadroTexto 15"/>
          <p:cNvSpPr txBox="1"/>
          <p:nvPr/>
        </p:nvSpPr>
        <p:spPr>
          <a:xfrm>
            <a:off x="6456429" y="669788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TÉ</a:t>
            </a:r>
            <a:endParaRPr lang="es-MX" dirty="0"/>
          </a:p>
        </p:txBody>
      </p:sp>
      <p:sp>
        <p:nvSpPr>
          <p:cNvPr id="17" name="CuadroTexto 16"/>
          <p:cNvSpPr txBox="1"/>
          <p:nvPr/>
        </p:nvSpPr>
        <p:spPr>
          <a:xfrm>
            <a:off x="9007907" y="669788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CAFÉ</a:t>
            </a:r>
            <a:endParaRPr lang="es-MX" dirty="0"/>
          </a:p>
        </p:txBody>
      </p:sp>
      <p:sp>
        <p:nvSpPr>
          <p:cNvPr id="18" name="CuadroTexto 17"/>
          <p:cNvSpPr txBox="1"/>
          <p:nvPr/>
        </p:nvSpPr>
        <p:spPr>
          <a:xfrm>
            <a:off x="7056365" y="1127075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2</a:t>
            </a:r>
            <a:endParaRPr lang="es-MX" dirty="0"/>
          </a:p>
        </p:txBody>
      </p:sp>
      <p:sp>
        <p:nvSpPr>
          <p:cNvPr id="19" name="CuadroTexto 18"/>
          <p:cNvSpPr txBox="1"/>
          <p:nvPr/>
        </p:nvSpPr>
        <p:spPr>
          <a:xfrm>
            <a:off x="7844959" y="1277429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4</a:t>
            </a:r>
            <a:endParaRPr lang="es-MX" dirty="0"/>
          </a:p>
        </p:txBody>
      </p:sp>
      <p:sp>
        <p:nvSpPr>
          <p:cNvPr id="20" name="CuadroTexto 19"/>
          <p:cNvSpPr txBox="1"/>
          <p:nvPr/>
        </p:nvSpPr>
        <p:spPr>
          <a:xfrm>
            <a:off x="8534985" y="1191069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5</a:t>
            </a:r>
            <a:endParaRPr lang="es-MX" dirty="0"/>
          </a:p>
        </p:txBody>
      </p:sp>
      <p:sp>
        <p:nvSpPr>
          <p:cNvPr id="21" name="CuadroTexto 20"/>
          <p:cNvSpPr txBox="1"/>
          <p:nvPr/>
        </p:nvSpPr>
        <p:spPr>
          <a:xfrm>
            <a:off x="9736029" y="2252091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1</a:t>
            </a:r>
            <a:endParaRPr lang="es-MX" dirty="0"/>
          </a:p>
        </p:txBody>
      </p:sp>
      <p:sp>
        <p:nvSpPr>
          <p:cNvPr id="22" name="CuadroTexto 21"/>
          <p:cNvSpPr txBox="1"/>
          <p:nvPr/>
        </p:nvSpPr>
        <p:spPr>
          <a:xfrm>
            <a:off x="506778" y="2910742"/>
            <a:ext cx="106462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Con base en estos datos responderemos a las siguientes preguntas</a:t>
            </a:r>
          </a:p>
          <a:p>
            <a:pPr marL="342900" indent="-342900">
              <a:buAutoNum type="arabicPeriod"/>
            </a:pPr>
            <a:r>
              <a:rPr lang="es-MX" dirty="0" smtClean="0"/>
              <a:t>¿Cuántas personas tomaban té y café</a:t>
            </a:r>
          </a:p>
          <a:p>
            <a:r>
              <a:rPr lang="es-MX" dirty="0"/>
              <a:t> </a:t>
            </a:r>
            <a:r>
              <a:rPr lang="es-MX" dirty="0" smtClean="0"/>
              <a:t>      R1 + R3=6</a:t>
            </a:r>
          </a:p>
          <a:p>
            <a:r>
              <a:rPr lang="es-MX" dirty="0" smtClean="0"/>
              <a:t>2. ¿Cuántas personas tomaban té y café?</a:t>
            </a:r>
          </a:p>
          <a:p>
            <a:r>
              <a:rPr lang="es-MX" dirty="0" smtClean="0"/>
              <a:t>R3=4 personas</a:t>
            </a:r>
          </a:p>
          <a:p>
            <a:r>
              <a:rPr lang="es-MX" dirty="0" smtClean="0"/>
              <a:t>3.¿Cuántas personas tomaban ninguna de las dos bebidas?</a:t>
            </a:r>
          </a:p>
          <a:p>
            <a:r>
              <a:rPr lang="es-MX" dirty="0" smtClean="0"/>
              <a:t>Solo R4= 1 persona </a:t>
            </a:r>
          </a:p>
          <a:p>
            <a:r>
              <a:rPr lang="es-MX" dirty="0" smtClean="0"/>
              <a:t>4.¿Cúántas personas tomaban solo una de esas dos bebidas? </a:t>
            </a:r>
          </a:p>
          <a:p>
            <a:r>
              <a:rPr lang="es-MX" dirty="0" smtClean="0"/>
              <a:t>R1+R2+R3=11 personas</a:t>
            </a:r>
          </a:p>
          <a:p>
            <a:r>
              <a:rPr lang="es-MX" dirty="0" smtClean="0"/>
              <a:t>5¿Cuántas personas tomaban solo una de esas dos bebidas?</a:t>
            </a:r>
          </a:p>
          <a:p>
            <a:r>
              <a:rPr lang="es-MX" dirty="0" smtClean="0"/>
              <a:t>R1+R2=7 personas</a:t>
            </a:r>
          </a:p>
          <a:p>
            <a:r>
              <a:rPr lang="es-MX" dirty="0" smtClean="0"/>
              <a:t>6. ¿Cuántas personas tomaban sólo café?</a:t>
            </a:r>
          </a:p>
          <a:p>
            <a:r>
              <a:rPr lang="es-MX" dirty="0" smtClean="0"/>
              <a:t>Solo R2=5 personas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00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04800" y="36195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 smtClean="0"/>
              <a:t>¿Cuál fue el número de personas entrevistadas?</a:t>
            </a:r>
          </a:p>
          <a:p>
            <a:pPr marL="342900" indent="-342900">
              <a:buAutoNum type="arabicPeriod"/>
            </a:pPr>
            <a:r>
              <a:rPr lang="es-MX" dirty="0" smtClean="0"/>
              <a:t>¿A cuántos le gustaba la bicicleta solamente?</a:t>
            </a:r>
          </a:p>
          <a:p>
            <a:pPr marL="342900" indent="-342900">
              <a:buAutoNum type="arabicPeriod"/>
            </a:pPr>
            <a:r>
              <a:rPr lang="es-MX" dirty="0" smtClean="0"/>
              <a:t>¿A cuántos le gustaba el automóvil solamente?</a:t>
            </a:r>
          </a:p>
          <a:p>
            <a:pPr marL="342900" indent="-342900">
              <a:buAutoNum type="arabicPeriod"/>
            </a:pPr>
            <a:r>
              <a:rPr lang="es-MX" dirty="0" smtClean="0"/>
              <a:t>¿A cuántos le gustaban las tres cosas?</a:t>
            </a:r>
          </a:p>
          <a:p>
            <a:pPr marL="342900" indent="-342900">
              <a:buAutoNum type="arabicPeriod"/>
            </a:pPr>
            <a:r>
              <a:rPr lang="es-MX" dirty="0" smtClean="0"/>
              <a:t>¿A cuántos le gustaba la bicicleta y el automóvil pero no la motocicleta?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304800" y="3146375"/>
            <a:ext cx="4487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a) A 99 personas</a:t>
            </a:r>
          </a:p>
          <a:p>
            <a:r>
              <a:rPr lang="es-MX" dirty="0" smtClean="0"/>
              <a:t>b) A ninguna</a:t>
            </a:r>
          </a:p>
          <a:p>
            <a:r>
              <a:rPr lang="es-MX" dirty="0" smtClean="0"/>
              <a:t>c) A 46 personas</a:t>
            </a:r>
          </a:p>
          <a:p>
            <a:r>
              <a:rPr lang="es-MX" dirty="0" smtClean="0"/>
              <a:t>d) A 10 personas</a:t>
            </a:r>
          </a:p>
          <a:p>
            <a:r>
              <a:rPr lang="es-MX" dirty="0" smtClean="0"/>
              <a:t>e) A 14 personas</a:t>
            </a:r>
            <a:endParaRPr lang="es-MX" dirty="0"/>
          </a:p>
        </p:txBody>
      </p:sp>
      <p:sp>
        <p:nvSpPr>
          <p:cNvPr id="6" name="Rectángulo 5"/>
          <p:cNvSpPr/>
          <p:nvPr/>
        </p:nvSpPr>
        <p:spPr>
          <a:xfrm>
            <a:off x="6477000" y="2733675"/>
            <a:ext cx="5467350" cy="3581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Elipse 6"/>
          <p:cNvSpPr/>
          <p:nvPr/>
        </p:nvSpPr>
        <p:spPr>
          <a:xfrm>
            <a:off x="7774172" y="3012757"/>
            <a:ext cx="1819275" cy="1800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Elipse 7"/>
          <p:cNvSpPr/>
          <p:nvPr/>
        </p:nvSpPr>
        <p:spPr>
          <a:xfrm>
            <a:off x="9251986" y="3106697"/>
            <a:ext cx="1819275" cy="1800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/>
          <p:cNvSpPr txBox="1"/>
          <p:nvPr/>
        </p:nvSpPr>
        <p:spPr>
          <a:xfrm>
            <a:off x="7197020" y="3077705"/>
            <a:ext cx="750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AUTO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810875" y="3177331"/>
            <a:ext cx="85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MOTO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969448" y="5741609"/>
            <a:ext cx="750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BICI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8169292" y="3177331"/>
            <a:ext cx="750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46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9230278" y="3619083"/>
            <a:ext cx="750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20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8424862" y="3959840"/>
            <a:ext cx="1819275" cy="1800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/>
          <p:cNvSpPr/>
          <p:nvPr/>
        </p:nvSpPr>
        <p:spPr>
          <a:xfrm>
            <a:off x="9204898" y="3969275"/>
            <a:ext cx="388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10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8775324" y="4215140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14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10256688" y="3249751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Bahnschrift" panose="020B0502040204020203" pitchFamily="34" charset="0"/>
              </a:rPr>
              <a:t>5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9168380" y="522615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smtClean="0">
                <a:latin typeface="Bahnschrift" panose="020B0502040204020203" pitchFamily="34" charset="0"/>
              </a:rPr>
              <a:t>0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9580274" y="4275027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Bahnschrift" panose="020B0502040204020203" pitchFamily="34" charset="0"/>
              </a:rPr>
              <a:t>3</a:t>
            </a:r>
            <a:endParaRPr lang="es-MX" dirty="0">
              <a:latin typeface="Bahnschrift" panose="020B0502040204020203" pitchFamily="34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11404528" y="576381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Bahnschrift" panose="020B0502040204020203" pitchFamily="34" charset="0"/>
              </a:rPr>
              <a:t>1</a:t>
            </a:r>
            <a:endParaRPr lang="es-MX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47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183</Words>
  <Application>Microsoft Office PowerPoint</Application>
  <PresentationFormat>Panorámica</PresentationFormat>
  <Paragraphs>44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Bahnschrift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</dc:creator>
  <cp:lastModifiedBy>Admin</cp:lastModifiedBy>
  <cp:revision>5</cp:revision>
  <dcterms:created xsi:type="dcterms:W3CDTF">2026-03-27T18:30:18Z</dcterms:created>
  <dcterms:modified xsi:type="dcterms:W3CDTF">2026-03-27T19:22:30Z</dcterms:modified>
</cp:coreProperties>
</file>